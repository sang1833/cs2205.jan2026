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slide" Target="slides/slide10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bdb50b124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bdb50b12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0d8a3913ea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0d8a3913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ee7f97eec_0_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ee7f97ee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bdb50b124_0_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bdb50b12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60950" y="10199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MÔ HÌNH CẢNH BÁO SỚM </a:t>
            </a:r>
            <a:endParaRPr b="1" sz="3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/>
              <a:t>CÓ GIẢI THÍCH CHO RỦI RO </a:t>
            </a:r>
            <a:br>
              <a:rPr b="1" lang="en" sz="3800"/>
            </a:br>
            <a:r>
              <a:rPr b="1" lang="en" sz="3800"/>
              <a:t>TRONG CÁC DỰ ÁN DỰA TRÊN EARNED VALUE MANAGEMENT</a:t>
            </a:r>
            <a:endParaRPr b="1" sz="3800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2168700" y="3349975"/>
            <a:ext cx="48066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Nguyễn Thanh Sang - 250104051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Lớp: CS2205.</a:t>
            </a:r>
            <a:r>
              <a:rPr lang="en"/>
              <a:t>JAN2026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 của nhóm: https://github.com/sang1833/CS2205.JAN2026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Link YouTube video: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spcBef>
                <a:spcPts val="16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Tên: Nguyễn Thanh Sang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4" name="Google Shape;74;p14" title="unnamed (1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725" y="2103850"/>
            <a:ext cx="2093651" cy="287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69550" y="8640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Vượt chi phí và trễ tiến độ là rủi ro phổ biến, tốn kém trong quản trị dự án.</a:t>
            </a:r>
            <a:endParaRPr sz="2100"/>
          </a:p>
          <a:p>
            <a:pPr indent="-361950" lvl="0" marL="457200" rtl="0" algn="l"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EVM (Earned Value Management)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là 1 phương pháp quản lý dự án 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qua các chỉ số như PV/EV/AC 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và CPI/SPI theo thời gian.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2750" y="1897250"/>
            <a:ext cx="4455125" cy="275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69550" y="8640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100"/>
              <a:t>Hướng hiện nay: EVM rule-based; ML dự báo; XAI; early time-series.</a:t>
            </a:r>
            <a:endParaRPr sz="21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-3619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Gap: các hướng còn rời rạc - cảnh báo, dự báo, giải thích, phân loại sớm.</a:t>
            </a:r>
            <a:endParaRPr sz="2100"/>
          </a:p>
          <a:p>
            <a:pPr indent="-3619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●"/>
            </a:pPr>
            <a:r>
              <a:rPr lang="en" sz="2100"/>
              <a:t>Thiếu framework kết hợp: EVM tháng + cảnh báo sớm + phân loại gán nhãn </a:t>
            </a:r>
            <a:r>
              <a:rPr lang="en" sz="2100"/>
              <a:t>Normal/Warning/Critical cho dự án </a:t>
            </a:r>
            <a:r>
              <a:rPr lang="en" sz="2100"/>
              <a:t>+ SHAP.</a:t>
            </a:r>
            <a:endParaRPr sz="195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K</a:t>
            </a:r>
            <a:r>
              <a:rPr lang="en"/>
              <a:t>iểm định bộ dữ liệu EVM và gán nhãn rủi ro.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Phát triển mô hình phân loại cảnh báo sớm tại các mốc thời gian trong vòng đời dự án từ các chỉ số EVM.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Giải thích toàn cục/cục bộ bằng SHAP (XAI) và phân tích sự đánh đổi earliness-accuracy để khuyến nghị thời điểm can thiệp hợp lý.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0" y="820500"/>
            <a:ext cx="91440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000"/>
              </a:spcAft>
              <a:buSzPts val="2000"/>
              <a:buFont typeface="Arial"/>
              <a:buChar char="●"/>
            </a:pPr>
            <a:r>
              <a:rPr b="1" lang="en" sz="2000"/>
              <a:t>Quy trình</a:t>
            </a:r>
            <a:r>
              <a:rPr lang="en" sz="2000"/>
              <a:t>: validate dataset-&gt; sinh nhãn -&gt; huấn luyện các mô hình -&gt; SHAP -&gt; phân tích đánh đổi độ sớm - độ chính xác.</a:t>
            </a:r>
            <a:endParaRPr sz="2000"/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3825" y="2079425"/>
            <a:ext cx="3064826" cy="238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74" y="2568787"/>
            <a:ext cx="3448475" cy="17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Dataset validation: kiểm tra CPI=EV/AC, SPI=EV/PV, phân bố CPI/SPI/delay và tương quan logic.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Gán nhãn: K-means/GMM trên Schedule_Delay + Cost_Overrun; đánh giá Silhouette và Davies-Bouldin.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Huấn luyện các mô hình machine learning (Ví dụ: XGBoost/ LightGBM) để phân loại các mốc </a:t>
            </a:r>
            <a:r>
              <a:rPr lang="en" sz="2100"/>
              <a:t>Normal/Warning/Critical.</a:t>
            </a:r>
            <a:endParaRPr sz="21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"/>
              <a:t>Dataset</a:t>
            </a:r>
            <a:r>
              <a:rPr lang="en"/>
              <a:t>: khoảng 1.000 dự án, 12-60 tháng, ~36.000 dòng sau trải phẳng; gồm EVM và biến rủi ro/quản trị.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"/>
              <a:t>Implementation</a:t>
            </a:r>
            <a:r>
              <a:rPr lang="en"/>
              <a:t>: Python, scikit-learn, imbalanced-learn, XGBoost/LightGBM, SHAP; GroupKFold để gán nhãn dữ liệu theo Project_ID.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"/>
              <a:t>Xử lý mất cân bằng:</a:t>
            </a:r>
            <a:r>
              <a:rPr lang="en"/>
              <a:t> class weight hoặc SMOTE và biến thể.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b="1" lang="en"/>
              <a:t>Evaluation</a:t>
            </a:r>
            <a:r>
              <a:rPr lang="en"/>
              <a:t>: F1-macro, PR-AUC, ROC-AUC, Recall Critical; so sánh baseline EVM, ML phổ biến và proposed model.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Sản phẩm 1: bộ dữ liệu đã kiểm chứng, bộ nhãn </a:t>
            </a:r>
            <a:r>
              <a:rPr lang="en" sz="2100"/>
              <a:t>Normal/Warning/Critical</a:t>
            </a:r>
            <a:r>
              <a:rPr lang="en"/>
              <a:t> và đặc trưng tại các mốc thời gian 20/40/60%</a:t>
            </a:r>
            <a:r>
              <a:rPr lang="en"/>
              <a:t>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Sản phẩm 2: hệ thống phân loại cảnh báo sớm và bảng so sánh với các baseline: EVM/ML/proposed model.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Sản phẩm 3: phân tích đánh đổi earliness-accuracy để tìm ra thời điểm thích hợp nhất để cảnh báo sớm cho dự án.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[1] Emad Soliman, Khalid A. Alrasheed, Saud Alghanim, Emad Morsi: Integrating risk management and earned value framework to detect early warning signs - Case study. Journal of Engineering Research 13: 2109-2116 (2025).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[2] Tolga Narbaev, Öncü Hazir, Balzhan Khamitova, Sezdbek Talgat: A machine learning study to improve the reliability of project cost estimates. International Journal of Production Research 62(12): 4372-4388 (2024).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[3] José Ignacio Santos, María Pereda, Virginia Ahedo, José Manuel Galán: Explainable machine learning for project management control. Computers &amp; Industrial Engineering 180: 109261 (2023).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[4] Filippo Maria Ottaviani, Pablo Ballesteros-Pérez, Tolga Narbaev: Automated machine learning pipeline for robust project cost and duration forecasting. Automation in Construction 178: 106426 (2025).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[5] Aurélien Renault, Alexis Bondu, Antoine Cornuéjols, Vincent Lemaire: Early Classification of Time Series: A Survey and Benchmark. Transactions on Machine Learning Research (2025).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[6] Project Management Institute: A Guide to the Project Management Body of Knowledge (PMBOK Guide) - Eighth Edition and The Standard for Project Management. Project Management Institute, Newtown Square, PA, USA (2025).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